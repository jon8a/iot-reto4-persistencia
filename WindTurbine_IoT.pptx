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37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91422"/>
          </a:solidFill>
          <a:ln w="12700">
            <a:solidFill>
              <a:srgbClr val="0914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Persistencia de Datos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Industrial — Wind Turbine SCADA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Ochoa  ·  Oier Martinez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4622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Deusto — Facultad de Ingeniería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365760"/>
            <a:ext cx="2560320" cy="25603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097280"/>
            <a:ext cx="1645920" cy="16459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 Turbine SCADA — Kaggle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público con mediciones reales de una turbina eólica durante todo el año 2018. Cada registro corresponde a una lectura cada 10 minutos.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50.530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3774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450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3756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593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muestreo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5204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3593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37560" y="4142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los datos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del dataset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783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Date/Time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35240" y="1783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2240280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2402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ActivePower (kW)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35240" y="22402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real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2697480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(m/s)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2697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viento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154680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1546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Power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35240" y="31546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teórica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3611880"/>
            <a:ext cx="457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6118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Direction (°)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5240" y="36118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viento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DECISIÓN TÉCNICA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QuestDB?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SCADA son series temporales: siempre se insertan en orden cronológico y se consultan por rango de tiempo. Esto define la elección de base de datos.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41401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temporales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extensión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optimizado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tiempo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~1.6M fil/s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~100k fil/s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~200k fil/s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aprendizaje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(SQL)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(SQL)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UI incluida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011680" cy="13716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CSV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T1.csv (Kaggle)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50.530 filas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20116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2316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ILP protocol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20116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QuestDB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temporales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9009 / 8812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463040"/>
            <a:ext cx="2011680" cy="1371600"/>
          </a:xfrm>
          <a:prstGeom prst="rect">
            <a:avLst/>
          </a:prstGeom>
          <a:solidFill>
            <a:srgbClr val="509EE3"/>
          </a:solidFill>
          <a:ln w="12700">
            <a:solidFill>
              <a:srgbClr val="509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508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2011680"/>
            <a:ext cx="20116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3000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2148840"/>
            <a:ext cx="1371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434840" y="2148840"/>
            <a:ext cx="1371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583680" y="2148840"/>
            <a:ext cx="13716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434840" y="3108960"/>
            <a:ext cx="42976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108960"/>
            <a:ext cx="4297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QuestDB + Metabase se orquestan con Docker Compose — un solo comando levanta el entorno completo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Line Protocol (puerto 9009) para ingestión masiva de alta velocidad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wire protocol (puerto 8812) para consultas SQL desde Metabase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gestionadas via variables de entorno — nunca en el código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 de ingestión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26517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922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src/ingest.py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0.1s por fila — visible en vivo en Metabase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755648"/>
            <a:ext cx="26517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922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--delay 0.5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2304288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ajustable para la presentación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755648"/>
            <a:ext cx="26517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7922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--fast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2304288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de 1000 — carga en segundos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8321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la ingestión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38328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CSV tiene fechas de 2018. El script calcula el delta entre la última fila y el momento actual y desplaza todos los timestamps — los datos llegan al presente.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se envía via socket TCP en InfluxDB Line Protocol, el protocolo nativo de QuestDB para ingestión de alta velocidad.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ANÁLISIS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Agregaciones implementadas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general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2468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avg, max, min de potencia y viento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17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por hora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856232"/>
            <a:ext cx="2468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hour(timestamp)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17320"/>
            <a:ext cx="2697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17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temporal diaria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856232"/>
            <a:ext cx="2468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BY 1d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269748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718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capacidad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10712"/>
            <a:ext cx="2468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avg(kw) / 1500 * 100  por mes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269748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718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real/teórica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410712"/>
            <a:ext cx="2468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avg(real) / avg(teorica) * 100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71800"/>
            <a:ext cx="269748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9718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viento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3410712"/>
            <a:ext cx="24688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rangos de m/s → GROUP BY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VISUALIZACIÓN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en Metabase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se configura automáticamente al levantar el entorno. El script setup_metabase.py crea la conexión a QuestDB y los 9 gráficos del dashboard via API REST.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total registros, potencia media, viento medio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temporal de potencia activa diaria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del viento a lo largo del año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media por hora del día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 capacidad mensual (%)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potencia: real vs teórica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real vs teórica por mes</a:t>
            </a:r>
            <a:endParaRPr lang="en-US" sz="120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06A07B05-D708-18B1-39E0-25C5CC848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25880"/>
            <a:ext cx="3995291" cy="35198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SEGURIDAD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Medidas de seguridad implementadas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de entorno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QuestDB y Metabase declaradas en docker-compose.yml como env vars — nunca hardcodeadas en el código fuente.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Autenticación en Metabase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8928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requiere login con usuario y contraseña. La API usa tokens de sesión para las llamadas de setup automático.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64008" cy="1508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Separación de puertos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844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9009 solo para ingestión (ILP), puerto 8812 para consultas SQL. QuestDB no expone datos sin autenticación en producción.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63240"/>
            <a:ext cx="64008" cy="1508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Producción (mejora propuesta)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TLS/HTTPS, control de acceso por roles (RBAC) en QuestDB y red Docker interna para aislar servicios del exterior.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RETROSPECTIVA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Retos encontrados y mejoras posibles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de fecha del CSV requirió parsing manual con formato explícito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QuestDB usa ILP (puerto 9009) para insertar y PostgreSQL wire (8812) para consultar — dos protocolos distintos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Metabase tarda ~2 min en arrancar: el script de setup debe esperar con polling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Docker, el host de QuestDB es 'questdb' (nombre del servicio), no localhost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Mejoras posibles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8745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 en tiempo real (Open-Meteo API) en lugar de CSV estático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Metabase cuando la potencia cae por debajo de un umbral definido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predicción de producción basados en velocidad del viento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 con TLS y autenticación robusta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múltiples turbinas con comparativa entre ellas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91422"/>
          </a:solidFill>
          <a:ln w="12700">
            <a:solidFill>
              <a:srgbClr val="0914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 →  python src/ingest.py  →  localhost:3000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03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07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QuestDB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temporales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834640"/>
            <a:ext cx="25603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907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auto-configurado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834640"/>
            <a:ext cx="256032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907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Ingestión en vivo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62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Ochoa  ·  Oier Martinez  —  IoT Industrial, Universidad de Deusto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805</Words>
  <Application>Microsoft Office PowerPoint</Application>
  <PresentationFormat>Presentación en pantalla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OCHOA CEREZO, JON</cp:lastModifiedBy>
  <cp:revision>2</cp:revision>
  <dcterms:created xsi:type="dcterms:W3CDTF">2026-04-17T07:38:55Z</dcterms:created>
  <dcterms:modified xsi:type="dcterms:W3CDTF">2026-04-17T07:57:53Z</dcterms:modified>
</cp:coreProperties>
</file>